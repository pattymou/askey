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NetworkAutomation v1.0</a:t>
            </a:r>
          </a:p>
          <a:p>
            <a:r>
              <a:t>架構提案（Demo Baseline）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Patty Lu</a:t>
            </a:r>
            <a:br/>
            <a:r>
              <a:t>Amarisoft Callbox 自動化平台</a:t>
            </a:r>
            <a:br/>
            <a:r>
              <a:t>Version 1.0 Baseline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專案目標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建立可重複使用的 Network Automation 平台，而非單一 Callbox 腳本。</a:t>
            </a:r>
          </a:p>
          <a:p>
            <a:pPr>
              <a:defRPr sz="2000"/>
            </a:pPr>
            <a:r>
              <a:t>以 Amarisoft LTE Demo 為第一個 Plugin。</a:t>
            </a:r>
          </a:p>
          <a:p>
            <a:pPr>
              <a:defRPr sz="2000"/>
            </a:pPr>
            <a:r>
              <a:t>後續擴充 NR、ENDC、CA、iPerf、Log、KPI，不需推翻架構。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目前 v1.0 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使用者 / OpenClaw</a:t>
            </a:r>
          </a:p>
          <a:p>
            <a:pPr>
              <a:defRPr sz="2000"/>
            </a:pPr>
            <a:r>
              <a:t>        ↓</a:t>
            </a:r>
          </a:p>
          <a:p>
            <a:pPr>
              <a:defRPr sz="2000"/>
            </a:pPr>
            <a:r>
              <a:t>Natural Language / Prompt</a:t>
            </a:r>
          </a:p>
          <a:p>
            <a:pPr>
              <a:defRPr sz="2000"/>
            </a:pPr>
            <a:r>
              <a:t>        ↓</a:t>
            </a:r>
          </a:p>
          <a:p>
            <a:pPr>
              <a:defRPr sz="2000"/>
            </a:pPr>
            <a:r>
              <a:t>callbox_agent.py（唯一入口）</a:t>
            </a:r>
          </a:p>
          <a:p>
            <a:pPr>
              <a:defRPr sz="2000"/>
            </a:pPr>
            <a:r>
              <a:t>        ↓</a:t>
            </a:r>
          </a:p>
          <a:p>
            <a:pPr>
              <a:defRPr sz="2000"/>
            </a:pPr>
            <a:r>
              <a:t>Command Parser（自然語言解析）</a:t>
            </a:r>
          </a:p>
          <a:p>
            <a:pPr>
              <a:defRPr sz="2000"/>
            </a:pPr>
            <a:r>
              <a:t>        ↓</a:t>
            </a:r>
          </a:p>
          <a:p>
            <a:pPr>
              <a:defRPr sz="2000"/>
            </a:pPr>
            <a:r>
              <a:t>Amarisoft Plugin</a:t>
            </a:r>
          </a:p>
          <a:p>
            <a:pPr>
              <a:defRPr sz="2000"/>
            </a:pPr>
            <a:r>
              <a:t>        ↓</a:t>
            </a:r>
          </a:p>
          <a:p>
            <a:pPr>
              <a:defRPr sz="2000"/>
            </a:pPr>
            <a:r>
              <a:t>SSH Controller → Callbox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程式目錄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NetworkAutomation/</a:t>
            </a:r>
          </a:p>
          <a:p>
            <a:pPr>
              <a:defRPr sz="2000"/>
            </a:pPr>
            <a:r>
              <a:t>├─ callbox_agent.py</a:t>
            </a:r>
          </a:p>
          <a:p>
            <a:pPr>
              <a:defRPr sz="2000"/>
            </a:pPr>
            <a:r>
              <a:t>├─ controller/ssh_controller.py</a:t>
            </a:r>
          </a:p>
          <a:p>
            <a:pPr>
              <a:defRPr sz="2000"/>
            </a:pPr>
            <a:r>
              <a:t>├─ plugins/amarisoft/</a:t>
            </a:r>
          </a:p>
          <a:p>
            <a:pPr>
              <a:defRPr sz="2000"/>
            </a:pPr>
            <a:r>
              <a:t>│   ├─ command_parser.py</a:t>
            </a:r>
          </a:p>
          <a:p>
            <a:pPr>
              <a:defRPr sz="2000"/>
            </a:pPr>
            <a:r>
              <a:t>│   ├─ apply_lte_to_callbox.py</a:t>
            </a:r>
          </a:p>
          <a:p>
            <a:pPr>
              <a:defRPr sz="2000"/>
            </a:pPr>
            <a:r>
              <a:t>│   ├─ lte_config_modifier.py</a:t>
            </a:r>
          </a:p>
          <a:p>
            <a:pPr>
              <a:defRPr sz="2000"/>
            </a:pPr>
            <a:r>
              <a:t>│   └─ status.py</a:t>
            </a:r>
          </a:p>
          <a:p>
            <a:pPr>
              <a:defRPr sz="2000"/>
            </a:pPr>
            <a:r>
              <a:t>├─ generated/</a:t>
            </a:r>
          </a:p>
          <a:p>
            <a:pPr>
              <a:defRPr sz="2000"/>
            </a:pPr>
            <a:r>
              <a:t>└─ tools/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目前完成功能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✓ 自然語言切 LTE Band</a:t>
            </a:r>
          </a:p>
          <a:p>
            <a:pPr>
              <a:defRPr sz="2000"/>
            </a:pPr>
            <a:r>
              <a:t>✓ 修改 Amarisoft Config</a:t>
            </a:r>
          </a:p>
          <a:p>
            <a:pPr>
              <a:defRPr sz="2000"/>
            </a:pPr>
            <a:r>
              <a:t>✓ 上傳 AutoConfig.cfg</a:t>
            </a:r>
          </a:p>
          <a:p>
            <a:pPr>
              <a:defRPr sz="2000"/>
            </a:pPr>
            <a:r>
              <a:t>✓ Service Restart</a:t>
            </a:r>
          </a:p>
          <a:p>
            <a:pPr>
              <a:defRPr sz="2000"/>
            </a:pPr>
            <a:r>
              <a:t>✓ Verify Service</a:t>
            </a:r>
          </a:p>
          <a:p>
            <a:pPr>
              <a:defRPr sz="2000"/>
            </a:pPr>
            <a:r>
              <a:t>✓ Verify Symlink</a:t>
            </a:r>
          </a:p>
          <a:p>
            <a:pPr>
              <a:defRPr sz="2000"/>
            </a:pPr>
            <a:r>
              <a:t>✓ Status 查詢</a:t>
            </a:r>
          </a:p>
          <a:p>
            <a:pPr>
              <a:defRPr sz="2000"/>
            </a:pPr>
            <a:r>
              <a:t>✓ OpenClaw 整合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未來 v2.0 (MCP)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OpenClaw</a:t>
            </a:r>
          </a:p>
          <a:p>
            <a:pPr>
              <a:defRPr sz="2000"/>
            </a:pPr>
            <a:r>
              <a:t>   ↓</a:t>
            </a:r>
          </a:p>
          <a:p>
            <a:pPr>
              <a:defRPr sz="2000"/>
            </a:pPr>
            <a:r>
              <a:t>MCP Client</a:t>
            </a:r>
          </a:p>
          <a:p>
            <a:pPr>
              <a:defRPr sz="2000"/>
            </a:pPr>
            <a:r>
              <a:t>   ↓</a:t>
            </a:r>
          </a:p>
          <a:p>
            <a:pPr>
              <a:defRPr sz="2000"/>
            </a:pPr>
            <a:r>
              <a:t>NetworkAutomation MCP Server</a:t>
            </a:r>
          </a:p>
          <a:p>
            <a:pPr>
              <a:defRPr sz="2000"/>
            </a:pPr>
            <a:r>
              <a:t>   ├─ amarisoft.set_band</a:t>
            </a:r>
          </a:p>
          <a:p>
            <a:pPr>
              <a:defRPr sz="2000"/>
            </a:pPr>
            <a:r>
              <a:t>   ├─ amarisoft.status</a:t>
            </a:r>
          </a:p>
          <a:p>
            <a:pPr>
              <a:defRPr sz="2000"/>
            </a:pPr>
            <a:r>
              <a:t>   ├─ iperf.run</a:t>
            </a:r>
          </a:p>
          <a:p>
            <a:pPr>
              <a:defRPr sz="2000"/>
            </a:pPr>
            <a:r>
              <a:t>   ├─ log.analyze</a:t>
            </a:r>
          </a:p>
          <a:p>
            <a:pPr>
              <a:defRPr sz="2000"/>
            </a:pPr>
            <a:r>
              <a:t>   └─ kpi.summary</a:t>
            </a:r>
          </a:p>
          <a:p>
            <a:pPr>
              <a:defRPr sz="2000"/>
            </a:pPr>
            <a:r>
              <a:t>   ↓</a:t>
            </a:r>
          </a:p>
          <a:p>
            <a:pPr>
              <a:defRPr sz="2000"/>
            </a:pPr>
            <a:r>
              <a:t>Plugins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v1.0 Demo：LTE Band 自動切換（完成）</a:t>
            </a:r>
          </a:p>
          <a:p>
            <a:pPr>
              <a:defRPr sz="2000"/>
            </a:pPr>
            <a:r>
              <a:t>v1.1：iPerf Plugin</a:t>
            </a:r>
          </a:p>
          <a:p>
            <a:pPr>
              <a:defRPr sz="2000"/>
            </a:pPr>
            <a:r>
              <a:t>v1.2：Log Analyzer</a:t>
            </a:r>
          </a:p>
          <a:p>
            <a:pPr>
              <a:defRPr sz="2000"/>
            </a:pPr>
            <a:r>
              <a:t>v2.0：MCP Server</a:t>
            </a:r>
          </a:p>
          <a:p>
            <a:pPr>
              <a:defRPr sz="2000"/>
            </a:pPr>
            <a:r>
              <a:t>v2.1：NR / ENDC</a:t>
            </a:r>
          </a:p>
          <a:p>
            <a:pPr>
              <a:defRPr sz="2000"/>
            </a:pPr>
            <a:r>
              <a:t>v2.2：CA 自動組 Band</a:t>
            </a:r>
          </a:p>
          <a:p>
            <a:pPr>
              <a:defRPr sz="2000"/>
            </a:pPr>
            <a:r>
              <a:t>v3.0：AI Test Engineer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